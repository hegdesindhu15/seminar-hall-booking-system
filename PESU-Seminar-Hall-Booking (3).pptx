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7" r:id="rId10"/>
    <p:sldId id="264" r:id="rId11"/>
    <p:sldId id="263" r:id="rId12"/>
    <p:sldId id="261" r:id="rId1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96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98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67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34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79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87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47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hyperlink" Target="https://gamma.app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hyperlink" Target="https://gamma.app" TargetMode="External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hyperlink" Target="https://gamma.app" TargetMode="External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hyperlink" Target="https://gamma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302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620" y="-31453"/>
            <a:ext cx="5478780" cy="808263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303" y="73685"/>
            <a:ext cx="1302638" cy="13026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3199" y="3137059"/>
            <a:ext cx="146292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784869" y="621923"/>
            <a:ext cx="6503566" cy="4529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PESU </a:t>
            </a:r>
          </a:p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Seminar Hall Booking System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33199" y="4334470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3200" b="1" u="sng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Team Members</a:t>
            </a:r>
            <a:r>
              <a:rPr lang="en-US" sz="3200" b="1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33199" y="4939784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Sindhu Mahesh Hegde        -SRN:PES1PG23CA300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33199" y="5545098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Varshitha T                          -SRN:PES1PG23CA315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33199" y="6150412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Varsha Shridhar Hegde       -SRN:PES1PG23CA314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604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025" y="105312"/>
            <a:ext cx="1527716" cy="13110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3753" y="304503"/>
            <a:ext cx="4389715" cy="5389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245"/>
              </a:lnSpc>
              <a:buNone/>
            </a:pPr>
            <a:r>
              <a:rPr lang="en-US" sz="4000" b="1" u="sng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Problem Statement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: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453753" y="1437141"/>
            <a:ext cx="8194596" cy="827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73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Institutions and organizations often face challenges in efficiently managing their seminar hall Resources .There is a pressing need for a modern, automated seminar hall booking system to streamline the process, enhance user experience, and optimize resource utilization.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630680" y="3185993"/>
            <a:ext cx="34409" cy="4429839"/>
          </a:xfrm>
          <a:prstGeom prst="roundRect">
            <a:avLst>
              <a:gd name="adj" fmla="val 225621"/>
            </a:avLst>
          </a:prstGeom>
          <a:solidFill>
            <a:srgbClr val="414A70"/>
          </a:solidFill>
          <a:ln/>
        </p:spPr>
      </p:sp>
      <p:sp>
        <p:nvSpPr>
          <p:cNvPr id="9" name="Shape 5"/>
          <p:cNvSpPr/>
          <p:nvPr/>
        </p:nvSpPr>
        <p:spPr>
          <a:xfrm>
            <a:off x="1841897" y="3497640"/>
            <a:ext cx="603766" cy="34409"/>
          </a:xfrm>
          <a:prstGeom prst="roundRect">
            <a:avLst>
              <a:gd name="adj" fmla="val 225621"/>
            </a:avLst>
          </a:prstGeom>
          <a:solidFill>
            <a:srgbClr val="414A70"/>
          </a:solidFill>
          <a:ln/>
        </p:spPr>
      </p:sp>
      <p:sp>
        <p:nvSpPr>
          <p:cNvPr id="10" name="Shape 6"/>
          <p:cNvSpPr/>
          <p:nvPr/>
        </p:nvSpPr>
        <p:spPr>
          <a:xfrm>
            <a:off x="1453753" y="3320772"/>
            <a:ext cx="388144" cy="388144"/>
          </a:xfrm>
          <a:prstGeom prst="roundRect">
            <a:avLst>
              <a:gd name="adj" fmla="val 2000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588413" y="3353157"/>
            <a:ext cx="118705" cy="323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47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96634" y="3358396"/>
            <a:ext cx="2987397" cy="2694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3"/>
              </a:lnSpc>
              <a:buNone/>
            </a:pPr>
            <a:r>
              <a:rPr lang="en-US" sz="3200" b="1" u="sng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Manual Booking Processes</a:t>
            </a:r>
            <a:r>
              <a:rPr lang="en-US" sz="32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596634" y="3731300"/>
            <a:ext cx="6987064" cy="827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73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The current booking system relies heavily on manual processes, including phone calls, emails, or in-person inquiries, leading to inefficiencies and errors in managing bookings</a:t>
            </a: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lnSpc>
                <a:spcPts val="2173"/>
              </a:lnSpc>
              <a:buNone/>
            </a:pPr>
            <a:endParaRPr lang="en-US" sz="2000" dirty="0">
              <a:solidFill>
                <a:srgbClr val="EBECEF"/>
              </a:solidFill>
              <a:latin typeface="Times New Roman" panose="02020603050405020304" pitchFamily="18" charset="0"/>
              <a:ea typeface="Epilogu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173"/>
              </a:lnSpc>
              <a:buNone/>
            </a:pPr>
            <a:endParaRPr lang="en-US" sz="2000" dirty="0">
              <a:solidFill>
                <a:srgbClr val="EBECEF"/>
              </a:solidFill>
              <a:latin typeface="Times New Roman" panose="02020603050405020304" pitchFamily="18" charset="0"/>
              <a:ea typeface="Epilogu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173"/>
              </a:lnSpc>
              <a:buNone/>
            </a:pPr>
            <a:endParaRPr lang="en-US" sz="2000" dirty="0">
              <a:solidFill>
                <a:srgbClr val="EBECEF"/>
              </a:solidFill>
              <a:latin typeface="Times New Roman" panose="02020603050405020304" pitchFamily="18" charset="0"/>
              <a:ea typeface="Epilogue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173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841897" y="5432167"/>
            <a:ext cx="603766" cy="34409"/>
          </a:xfrm>
          <a:prstGeom prst="roundRect">
            <a:avLst>
              <a:gd name="adj" fmla="val 225621"/>
            </a:avLst>
          </a:prstGeom>
          <a:solidFill>
            <a:srgbClr val="414A70"/>
          </a:solidFill>
          <a:ln/>
        </p:spPr>
      </p:sp>
      <p:sp>
        <p:nvSpPr>
          <p:cNvPr id="15" name="Shape 11"/>
          <p:cNvSpPr/>
          <p:nvPr/>
        </p:nvSpPr>
        <p:spPr>
          <a:xfrm>
            <a:off x="1453753" y="5207613"/>
            <a:ext cx="388144" cy="388144"/>
          </a:xfrm>
          <a:prstGeom prst="roundRect">
            <a:avLst>
              <a:gd name="adj" fmla="val 2000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569363" y="5175228"/>
            <a:ext cx="156805" cy="323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47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579020" y="5253900"/>
            <a:ext cx="2360771" cy="2694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3"/>
              </a:lnSpc>
              <a:buNone/>
            </a:pPr>
            <a:r>
              <a:rPr lang="en-US" sz="3200" b="1" u="sng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Limited Accessibility</a:t>
            </a: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596634" y="5749472"/>
            <a:ext cx="6987064" cy="551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73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Users often face difficulties in checking the availability of seminar halls and making bookings.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1821076" y="6982063"/>
            <a:ext cx="603766" cy="34409"/>
          </a:xfrm>
          <a:prstGeom prst="roundRect">
            <a:avLst>
              <a:gd name="adj" fmla="val 225621"/>
            </a:avLst>
          </a:prstGeom>
          <a:solidFill>
            <a:srgbClr val="414A70"/>
          </a:solidFill>
          <a:ln/>
        </p:spPr>
      </p:sp>
      <p:sp>
        <p:nvSpPr>
          <p:cNvPr id="20" name="Shape 16"/>
          <p:cNvSpPr/>
          <p:nvPr/>
        </p:nvSpPr>
        <p:spPr>
          <a:xfrm>
            <a:off x="1429180" y="6787991"/>
            <a:ext cx="388144" cy="388144"/>
          </a:xfrm>
          <a:prstGeom prst="roundRect">
            <a:avLst>
              <a:gd name="adj" fmla="val 2000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564243" y="6771080"/>
            <a:ext cx="142875" cy="323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47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2609956" y="6787991"/>
            <a:ext cx="2978706" cy="2694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3"/>
              </a:lnSpc>
              <a:buNone/>
            </a:pPr>
            <a:r>
              <a:rPr lang="en-US" sz="3200" b="1" u="sng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Overbooking and Conflicts</a:t>
            </a:r>
            <a:r>
              <a:rPr lang="en-US" sz="20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2596634" y="7267987"/>
            <a:ext cx="6987064" cy="551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73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Without a centralized system, there is a risk of overbooking or scheduling conflicts.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764" y="180650"/>
            <a:ext cx="1699584" cy="15589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7493" y="716046"/>
            <a:ext cx="9492368" cy="225689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5468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Solution to The Problem          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748" y="2495045"/>
            <a:ext cx="555427" cy="5554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180" y="360522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32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1.Convenient Booking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93180" y="4229459"/>
            <a:ext cx="4083908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The user-friendly booking system offers a seamless and convenient experience, allowing users to easily check availability, make reservations, and manage their bookings</a:t>
            </a:r>
            <a:r>
              <a:rPr lang="en-US" sz="28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590" y="2461191"/>
            <a:ext cx="555427" cy="5554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98889" y="3515738"/>
            <a:ext cx="329600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32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2.Streamlined Booking Process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598890" y="4431518"/>
            <a:ext cx="329600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Simplifies the booking process for users and administrators, reducing manual efforts and minimizing errors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995" y="2493602"/>
            <a:ext cx="555427" cy="5554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43875" y="351300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3200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3.Increased Utilization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9271085" y="4232716"/>
            <a:ext cx="329600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The enhanced user experience and improved accessibility lead to increased utilization of seminar hall resources, as users are more inclined to make bookings</a:t>
            </a: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1.</a:t>
            </a: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widely used cross-platform web server that helps developers create and test their 			programs on a local webserver. Developed by Apache Friends, XAMPP includes the Apache 		HTTP Server, MariaDB, and interpreters for programming languages like PHP and Perl. </a:t>
            </a:r>
          </a:p>
          <a:p>
            <a:pPr marL="1371600" lvl="2" indent="-457200">
              <a:buAutoNum type="arabicPeriod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AutoNum type="arabicPeriod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.PHP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PHP is an open-source, server-side programming language that can be used to create websites, 	       applications, customer relationship management systems and more. It is a widely-used 		       general-purpose language that can be embedded into HTML.</a:t>
            </a:r>
          </a:p>
          <a:p>
            <a:pPr marL="1828800" lvl="3" indent="-457200">
              <a:buAutoNum type="arabicPeriod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MySQL creates a database that allows you to build many tables to store and manipulate data 		and defining the relationship between each table.</a:t>
            </a:r>
          </a:p>
          <a:p>
            <a:pPr lvl="3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HTML (Hypertext Markup Language) is a text-based approach to describing how content 			contained within an HTML file is structured.</a:t>
            </a:r>
          </a:p>
          <a:p>
            <a:pPr lvl="2"/>
            <a:endParaRPr lang="en-US" sz="2400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1805" y="211873"/>
            <a:ext cx="13905571" cy="76497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	Tech Used</a:t>
            </a:r>
            <a:r>
              <a:rPr lang="en-US" sz="4374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:</a:t>
            </a:r>
            <a:endParaRPr lang="en-US" sz="43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35283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35283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162" y="166324"/>
            <a:ext cx="1274218" cy="12742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03157" y="680958"/>
            <a:ext cx="3888462" cy="4860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827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Modules Included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367" y="1704142"/>
            <a:ext cx="777597" cy="12442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03208" y="1859637"/>
            <a:ext cx="1944172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2400" b="1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Halls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803208" y="2195870"/>
            <a:ext cx="637722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List of all the seminar halls in the University 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367" y="2948345"/>
            <a:ext cx="777597" cy="12442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3208" y="3103840"/>
            <a:ext cx="1944172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2400" b="1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Book Hall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803207" y="3358602"/>
            <a:ext cx="9217808" cy="6747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To book a particular hall on a scheduled date and time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(Manages conflicts).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2367" y="4192548"/>
            <a:ext cx="777597" cy="124420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803208" y="4571642"/>
            <a:ext cx="1944172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2400" b="1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Show Schedules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803208" y="4939010"/>
            <a:ext cx="637722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To book a particular hall on a scheduled date and time.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367" y="5436751"/>
            <a:ext cx="777597" cy="124420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803208" y="5592247"/>
            <a:ext cx="1944172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2400" b="1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Cancel Booking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803208" y="5928479"/>
            <a:ext cx="637722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To cancel booked halls.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367" y="6680954"/>
            <a:ext cx="777597" cy="124420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803208" y="6836450"/>
            <a:ext cx="1944172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2400" b="1" dirty="0">
                <a:solidFill>
                  <a:srgbClr val="EBECE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Update Booking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2803208" y="7172682"/>
            <a:ext cx="6377226" cy="2487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To update booked schedule.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7" descr="preencoded.png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Page:                                                               			1.1 Login Page</a:t>
            </a:r>
            <a:endParaRPr lang="en-US" dirty="0"/>
          </a:p>
          <a:p>
            <a:pPr lvl="2"/>
            <a:endParaRPr lang="en-US" sz="2400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 </a:t>
            </a: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r>
              <a:rPr lang="en-US" dirty="0">
                <a:solidFill>
                  <a:srgbClr val="111111"/>
                </a:solidFill>
                <a:highlight>
                  <a:srgbClr val="F9F9F9"/>
                </a:highlight>
                <a:latin typeface="-apple-system"/>
              </a:rPr>
              <a:t>        </a:t>
            </a:r>
          </a:p>
        </p:txBody>
      </p:sp>
      <p:sp>
        <p:nvSpPr>
          <p:cNvPr id="4" name="Text 2"/>
          <p:cNvSpPr/>
          <p:nvPr/>
        </p:nvSpPr>
        <p:spPr>
          <a:xfrm>
            <a:off x="501805" y="211873"/>
            <a:ext cx="13905571" cy="76497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Screenshots:</a:t>
            </a:r>
            <a:endParaRPr lang="en-US" sz="43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FD18C-0857-7F93-C8D5-A7C2E7DF3A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445" y="1540082"/>
            <a:ext cx="6397697" cy="53781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736185-836B-3C98-4C2D-4B8B87EA68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739294"/>
            <a:ext cx="7015233" cy="497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7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1805" y="211873"/>
            <a:ext cx="13905571" cy="76497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2.Halls :</a:t>
            </a:r>
            <a:r>
              <a:rPr lang="en-US" sz="4374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ts val="5468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2.1 Seminar</a:t>
            </a:r>
            <a:r>
              <a:rPr lang="en-US" sz="4374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Halls List: </a:t>
            </a:r>
            <a:endParaRPr lang="en-US" sz="437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BC836A-FC67-0416-193D-AD93C4BB0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004" y="1647810"/>
            <a:ext cx="11427716" cy="56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7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sz="2800" dirty="0">
                <a:solidFill>
                  <a:schemeClr val="bg1"/>
                </a:solidFill>
              </a:rPr>
              <a:t>3.1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Hall:</a:t>
            </a:r>
            <a:endParaRPr lang="en-US" sz="2800" dirty="0"/>
          </a:p>
          <a:p>
            <a:pPr lvl="2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                                                                                                                           																														</a:t>
            </a: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r>
              <a:rPr lang="en-US" dirty="0">
                <a:solidFill>
                  <a:srgbClr val="111111"/>
                </a:solidFill>
                <a:highlight>
                  <a:srgbClr val="F9F9F9"/>
                </a:highlight>
                <a:latin typeface="-apple-system"/>
              </a:rPr>
              <a:t>																					              </a:t>
            </a: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dirty="0">
              <a:solidFill>
                <a:srgbClr val="111111"/>
              </a:solidFill>
              <a:highlight>
                <a:srgbClr val="F9F9F9"/>
              </a:highlight>
              <a:latin typeface="-apple-system"/>
            </a:endParaRPr>
          </a:p>
          <a:p>
            <a:r>
              <a:rPr lang="en-US" dirty="0">
                <a:solidFill>
                  <a:srgbClr val="111111"/>
                </a:solidFill>
                <a:highlight>
                  <a:srgbClr val="F9F9F9"/>
                </a:highlight>
                <a:latin typeface="-apple-system"/>
              </a:rPr>
              <a:t>									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1" y="91441"/>
            <a:ext cx="14315936" cy="777017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3.Hall Booking:                                  </a:t>
            </a:r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3.2</a:t>
            </a: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Scheduled /booked Halls: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1B11F-62A6-5A4B-61B7-8DC0F52147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24" y="1739294"/>
            <a:ext cx="5500558" cy="5223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ABF034-39C9-E450-D466-58D60EF687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6329" y="876774"/>
            <a:ext cx="6396099" cy="32380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21BDC1-67D7-E349-6435-1B0B5914DC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7480" y="4680109"/>
            <a:ext cx="7926674" cy="34580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733484-D3C4-2AF0-7489-908785FCBD36}"/>
              </a:ext>
            </a:extLst>
          </p:cNvPr>
          <p:cNvSpPr txBox="1"/>
          <p:nvPr/>
        </p:nvSpPr>
        <p:spPr>
          <a:xfrm>
            <a:off x="6337480" y="4241089"/>
            <a:ext cx="246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Conflicts handling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5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r>
              <a:rPr lang="en-US" dirty="0"/>
              <a:t>S							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4.2Updated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Update Booking</a:t>
            </a:r>
          </a:p>
          <a:p>
            <a:pPr lvl="2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	        4.3 Handling conflicts if any:   </a:t>
            </a:r>
            <a:endParaRPr lang="en-US" sz="2400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" y="91441"/>
            <a:ext cx="14407376" cy="777017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4.Update Page: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11BEF1-3AE6-2112-5665-F8E942BB7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39294"/>
            <a:ext cx="5344823" cy="4723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0AB584-4E01-5F6D-97EB-7C55D0A32B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161" y="560070"/>
            <a:ext cx="6268785" cy="37126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9C1109-4BDF-F96B-873D-17A1E6C366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6517" y="4903145"/>
            <a:ext cx="6268785" cy="323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5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	     	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1805" y="211873"/>
            <a:ext cx="13905571" cy="76497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5. Booking Cancel Page: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ECB4CD-47FD-05B9-77D1-058465BAB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21" y="2396075"/>
            <a:ext cx="6288186" cy="4517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AB9544-B9A2-5049-68F4-0DA86F7D6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7346" y="2340023"/>
            <a:ext cx="5935419" cy="45733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1DA11D-4B3B-D6CC-767C-505ABA50D4B3}"/>
              </a:ext>
            </a:extLst>
          </p:cNvPr>
          <p:cNvSpPr txBox="1"/>
          <p:nvPr/>
        </p:nvSpPr>
        <p:spPr>
          <a:xfrm>
            <a:off x="370221" y="1766475"/>
            <a:ext cx="348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Cancel Booking: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ECC6F-09B0-0144-6D22-1EAC3024D8BD}"/>
              </a:ext>
            </a:extLst>
          </p:cNvPr>
          <p:cNvSpPr txBox="1"/>
          <p:nvPr/>
        </p:nvSpPr>
        <p:spPr>
          <a:xfrm>
            <a:off x="7807346" y="1739294"/>
            <a:ext cx="3660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Booking cancelled: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51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6.1 Logging out:</a:t>
            </a:r>
            <a:endParaRPr lang="en-US" dirty="0"/>
          </a:p>
          <a:p>
            <a:pPr lvl="2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highlight>
                <a:srgbClr val="F9F9F9"/>
              </a:highlight>
              <a:latin typeface="-apple-system"/>
            </a:endParaRPr>
          </a:p>
          <a:p>
            <a:endParaRPr lang="en-US" b="0" i="0" dirty="0">
              <a:solidFill>
                <a:schemeClr val="bg1"/>
              </a:solidFill>
              <a:effectLst/>
              <a:highlight>
                <a:srgbClr val="F9F9F9"/>
              </a:highlight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9F9F9"/>
                </a:highlight>
                <a:latin typeface="-apple-system"/>
              </a:rPr>
              <a:t>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1805" y="211873"/>
            <a:ext cx="13905571" cy="76497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	</a:t>
            </a: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6.Logout Page: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37920" y="1739294"/>
            <a:ext cx="1019901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37993" y="5475446"/>
            <a:ext cx="10554414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D8CCAF21-7655-CC64-DD89-7B893855D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5452" y="91440"/>
            <a:ext cx="1527716" cy="131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7105E7-F83F-1F10-DC0B-EA6A5B68C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044" y="1939201"/>
            <a:ext cx="8847912" cy="532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8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3291364"/>
            <a:ext cx="7477601" cy="9582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Fraunces" pitchFamily="34" charset="-122"/>
                <a:cs typeface="Times New Roman" panose="02020603050405020304" pitchFamily="18" charset="0"/>
              </a:rPr>
              <a:t>Thank You !!!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33199" y="4582835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7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684620E-4ACB-A324-BD68-59C6CD4E2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4410" y="105312"/>
            <a:ext cx="1628077" cy="13971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643</Words>
  <Application>Microsoft Office PowerPoint</Application>
  <PresentationFormat>Custom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-apple-system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Varsha Sridhar Hegde</cp:lastModifiedBy>
  <cp:revision>18</cp:revision>
  <dcterms:created xsi:type="dcterms:W3CDTF">2024-05-13T15:10:07Z</dcterms:created>
  <dcterms:modified xsi:type="dcterms:W3CDTF">2024-05-14T15:24:29Z</dcterms:modified>
</cp:coreProperties>
</file>